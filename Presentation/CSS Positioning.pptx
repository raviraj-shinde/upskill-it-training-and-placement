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65" r:id="rId9"/>
    <p:sldId id="266" r:id="rId10"/>
    <p:sldId id="267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2E15A-CE67-4B6E-1126-E084D1A138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D969E5-8A2D-3723-01A3-3F45E4583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EDA53-33A2-0577-924B-A91B8CDA6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42CF2-E8C7-4EB8-B7E7-4A08A5D1E6A1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290C3-C771-76B1-9DF0-FA455DB6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025C1-018B-A450-C6CA-6009BC503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6258-A223-4C0A-9EFB-48E507625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064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4CDA-0363-5C4A-D775-4FA3EA832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00AE9-A750-2F83-7079-D62DCA5BD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14A0C-0137-B12A-AE52-70B84A4C3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42CF2-E8C7-4EB8-B7E7-4A08A5D1E6A1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3E0F5-C9F7-017D-FBDE-F3F22F0E5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210ED-22F4-B326-AA17-21415C87B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6258-A223-4C0A-9EFB-48E507625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896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45DA8-9DFF-7CC2-7315-0567D4134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F2483-77B5-711D-2633-FF5F28FDA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9385C-0B3C-E09A-1624-B5008E8F3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42CF2-E8C7-4EB8-B7E7-4A08A5D1E6A1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0834D-CEDE-2783-1420-513CDC297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8A27E-BAE0-96BD-0930-A1CCCEAB1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6258-A223-4C0A-9EFB-48E507625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165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EBB0C-4A45-AFFC-4D7B-E50A79287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D0CCC-F339-8165-2B24-757B7EDE7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84637-CB64-06C1-845E-D07CF6F739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4A26D-9F33-BA78-E148-DF0B5DF4F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42CF2-E8C7-4EB8-B7E7-4A08A5D1E6A1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AC707-6AB6-43E9-2230-094E0B171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BE7D7-B267-5DF4-B15A-0321AA7F9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6258-A223-4C0A-9EFB-48E507625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872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655D9-9855-B929-A2D1-474C5E433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9D5C8-10F5-ED19-2366-AFCCA7E3B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D2A47C-213F-502A-3D8A-1B4B82503B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D4DD78-C4D0-11F9-42DE-138AEF8252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45A25B-605F-FE1F-669D-BBDE821139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2C2A68-87DF-DED2-8D47-0F1D55990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42CF2-E8C7-4EB8-B7E7-4A08A5D1E6A1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95124D-44F3-0D84-FA5E-D8EA3E20A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6DBDE-2A54-7175-7294-FE137A5D5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6258-A223-4C0A-9EFB-48E507625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645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4374E-A195-541C-677C-BBCF623A2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310BE2-F87E-29BA-046B-47174A269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42CF2-E8C7-4EB8-B7E7-4A08A5D1E6A1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6DE223-A344-215D-E4D4-AE29FFAB4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6E2AB-4FF2-5B71-BF2A-24B542734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6258-A223-4C0A-9EFB-48E507625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273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CB09FF-7D8A-6A9C-4826-DB8F75BD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42CF2-E8C7-4EB8-B7E7-4A08A5D1E6A1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DE149-C6A0-FBFE-D6D5-4822B685A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233C9-ED7D-02DD-401D-C998C8856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6258-A223-4C0A-9EFB-48E507625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231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D04CF-BFA5-3B5F-3525-52FB0856D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CD580-6C4D-F231-6202-A9DAAF198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E3CE1E-D0D7-E3AA-4FF7-3399D2A9C5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AB1F0-A423-FC09-598E-FA5AAD112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42CF2-E8C7-4EB8-B7E7-4A08A5D1E6A1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33DA0-1AC2-6F55-D4CB-D4D5F289B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0ECCA-A090-1BC8-1C83-3BAC4ACA2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6258-A223-4C0A-9EFB-48E507625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96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2A8BC-1179-53A9-A581-90B4EE452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A75E4D-92DA-1AC1-0E48-D1EEB9B021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965958-D9C3-14E2-C353-E1B8FF432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DD2C0-53FC-72A2-7B05-6356CCDC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42CF2-E8C7-4EB8-B7E7-4A08A5D1E6A1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BDC6D-B1DF-71E9-819C-AE49FE605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206BE-12F8-3899-ED50-75B7FF01B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6258-A223-4C0A-9EFB-48E507625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094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1AA49-4D52-C64F-4AC7-629061EE1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2F2512-4C0F-C89C-27B6-B746CE799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C7A14-39FF-B384-3B37-C4871B380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42CF2-E8C7-4EB8-B7E7-4A08A5D1E6A1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3AFA0-2F19-99B1-8872-FDF659482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470A6-B076-26F3-F3AD-E0580CDEE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6258-A223-4C0A-9EFB-48E507625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922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241748-B342-19B3-BDF1-2739BB0FDA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DCDB4E-73AB-1238-8EF7-BAF5C844F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28105-5F12-9CAD-7319-2824E16C5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42CF2-E8C7-4EB8-B7E7-4A08A5D1E6A1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E1A06-8CB3-528A-7F61-617343629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452EC-F1B9-3E26-81DB-C8822A5E1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6258-A223-4C0A-9EFB-48E507625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675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A9E53B-6DF3-98B6-11FA-FA5D1D9ED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3E239D-BEB7-DFC2-1C23-FB01E8325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24921-44D5-775C-DA77-88FB8EF5F8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42CF2-E8C7-4EB8-B7E7-4A08A5D1E6A1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99C43-EA7A-DB6E-F47A-8027ACB54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2B3DC-1608-4313-AFBC-961D67D70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7C6258-A223-4C0A-9EFB-48E507625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46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30743-1B65-8A74-F821-78E03E5888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8800" b="1" dirty="0">
                <a:solidFill>
                  <a:srgbClr val="002060"/>
                </a:solidFill>
              </a:rPr>
              <a:t>CSS Positioning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5F87BA-20DE-4080-7ED4-E73B11FC8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8205216" cy="649922"/>
          </a:xfrm>
        </p:spPr>
        <p:txBody>
          <a:bodyPr>
            <a:normAutofit/>
          </a:bodyPr>
          <a:lstStyle/>
          <a:p>
            <a:pPr algn="r"/>
            <a:r>
              <a:rPr lang="en-IN" sz="3200" dirty="0"/>
              <a:t>- Raviraj Shinde</a:t>
            </a:r>
          </a:p>
        </p:txBody>
      </p:sp>
    </p:spTree>
    <p:extLst>
      <p:ext uri="{BB962C8B-B14F-4D97-AF65-F5344CB8AC3E}">
        <p14:creationId xmlns:p14="http://schemas.microsoft.com/office/powerpoint/2010/main" val="716824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1EDDD-705B-7858-9E24-1AA138E7D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spcAft>
                <a:spcPts val="500"/>
              </a:spcAft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CSS Positioning</a:t>
            </a:r>
          </a:p>
          <a:p>
            <a:pPr marL="514350" indent="-514350">
              <a:spcAft>
                <a:spcPts val="500"/>
              </a:spcAft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Positions</a:t>
            </a:r>
          </a:p>
          <a:p>
            <a:pPr marL="800100" lvl="1" indent="-342900">
              <a:spcAft>
                <a:spcPts val="500"/>
              </a:spcAft>
              <a:buFont typeface="+mj-lt"/>
              <a:buAutoNum type="alpha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position: static</a:t>
            </a:r>
          </a:p>
          <a:p>
            <a:pPr marL="800100" lvl="1" indent="-342900">
              <a:spcAft>
                <a:spcPts val="500"/>
              </a:spcAft>
              <a:buFont typeface="+mj-lt"/>
              <a:buAutoNum type="alpha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position: relative</a:t>
            </a:r>
          </a:p>
          <a:p>
            <a:pPr marL="800100" lvl="1" indent="-342900">
              <a:spcAft>
                <a:spcPts val="500"/>
              </a:spcAft>
              <a:buFont typeface="+mj-lt"/>
              <a:buAutoNum type="alpha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position: absolute</a:t>
            </a:r>
          </a:p>
          <a:p>
            <a:pPr marL="800100" lvl="1" indent="-342900">
              <a:spcAft>
                <a:spcPts val="500"/>
              </a:spcAft>
              <a:buFont typeface="+mj-lt"/>
              <a:buAutoNum type="alpha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position: fixed</a:t>
            </a:r>
          </a:p>
          <a:p>
            <a:pPr marL="800100" lvl="1" indent="-342900">
              <a:spcAft>
                <a:spcPts val="500"/>
              </a:spcAft>
              <a:buFont typeface="+mj-lt"/>
              <a:buAutoNum type="alpha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Position: sticky</a:t>
            </a:r>
          </a:p>
          <a:p>
            <a:pPr marL="514350" indent="-514350">
              <a:spcAft>
                <a:spcPts val="500"/>
              </a:spcAft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z-index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FD1368-B5F4-CFFE-6F8F-C4DD3E9C5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sz="4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lang="en-IN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B8F496-DD8B-08A6-78C6-70AB13EDFC63}"/>
              </a:ext>
            </a:extLst>
          </p:cNvPr>
          <p:cNvCxnSpPr/>
          <p:nvPr/>
        </p:nvCxnSpPr>
        <p:spPr>
          <a:xfrm>
            <a:off x="539496" y="1545336"/>
            <a:ext cx="73243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7225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55A2E-D662-87B9-A115-674983550ACB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 to CSS Positioning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B85694-E904-376F-D82D-C6B2D7D0C3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9640" y="1609935"/>
            <a:ext cx="7717177" cy="3246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Determines how elements are placed in the layout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Overrides normal document flow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Helps in building flexible &amp; precise UI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Works with offset-properties: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top, left, right, bottom, z-index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8B9184C-FCF8-6785-9CC7-B26CF6654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744" y="5111626"/>
            <a:ext cx="8219751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document flow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way HTML elements appear on the page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any special positioning</a:t>
            </a:r>
            <a:endParaRPr lang="en-US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186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0D8B5-20B6-459E-F70C-713EEFBC8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7497523-94DE-E521-ED7C-76CFCA4A2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391" y="611001"/>
            <a:ext cx="6448361" cy="5635995"/>
          </a:xfrm>
          <a:prstGeom prst="rect">
            <a:avLst/>
          </a:prstGeom>
        </p:spPr>
      </p:pic>
      <p:sp>
        <p:nvSpPr>
          <p:cNvPr id="12" name="AutoShape 2">
            <a:extLst>
              <a:ext uri="{FF2B5EF4-FFF2-40B4-BE49-F238E27FC236}">
                <a16:creationId xmlns:a16="http://schemas.microsoft.com/office/drawing/2014/main" id="{32917033-2BF6-4B31-1E62-4E17B7034A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8C5DFA3A-7559-26AF-8AB2-21EA54CE64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03D1D92-FE85-454B-E06D-0A41957DE8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248" y="1319784"/>
            <a:ext cx="4523232" cy="4523232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8C3C4966-9E3F-8AB3-28DE-6B007D406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248" y="173101"/>
            <a:ext cx="3578352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Positions</a:t>
            </a:r>
          </a:p>
        </p:txBody>
      </p:sp>
    </p:spTree>
    <p:extLst>
      <p:ext uri="{BB962C8B-B14F-4D97-AF65-F5344CB8AC3E}">
        <p14:creationId xmlns:p14="http://schemas.microsoft.com/office/powerpoint/2010/main" val="4169411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FE8C5-2904-A4DF-155F-40594FE50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3F7DC-CB54-9861-990A-437396C6A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102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position: static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BB781F-9C72-B9DB-4082-41E36BE88E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78292"/>
            <a:ext cx="6339108" cy="1789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positioning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Element follows normal flow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Top, left, right, bottom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not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</p:txBody>
      </p:sp>
    </p:spTree>
    <p:extLst>
      <p:ext uri="{BB962C8B-B14F-4D97-AF65-F5344CB8AC3E}">
        <p14:creationId xmlns:p14="http://schemas.microsoft.com/office/powerpoint/2010/main" val="229291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70CE8-ADE9-2E94-F950-AB628F5EB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5B03C-66F0-8D84-1E55-8D9868F82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44" y="154813"/>
            <a:ext cx="8296656" cy="74129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position: relative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D48F9-F47F-E019-266F-6FBB7B5F7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926" y="1041450"/>
            <a:ext cx="9244147" cy="553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899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511FA-39AF-9D82-14E5-43A17EC38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426AE-EBF3-5E28-2608-8808920EB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44" y="154813"/>
            <a:ext cx="5836920" cy="74129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position: absolute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5C7736-29A7-9491-53D4-90FFB21AB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059" y="154813"/>
            <a:ext cx="4938686" cy="6281928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3C1EF4C-37B4-966B-FCA6-51F8B1296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523" y="1480199"/>
            <a:ext cx="6274141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800" dirty="0"/>
              <a:t>Removed from normal document flow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/>
              <a:t>      (Space </a:t>
            </a:r>
            <a:r>
              <a:rPr lang="en-IN" altLang="en-US" sz="2800" dirty="0"/>
              <a:t>❌)</a:t>
            </a:r>
            <a:endParaRPr lang="en-US" altLang="en-US" sz="2800" dirty="0"/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600" dirty="0"/>
          </a:p>
          <a:p>
            <a:pPr marL="457200" marR="0" lvl="0" indent="-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800" dirty="0"/>
              <a:t>Positioned relative to nearest positioned parent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400" dirty="0"/>
          </a:p>
          <a:p>
            <a:pPr marL="457200" marR="0" lvl="0" indent="-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800" dirty="0"/>
              <a:t>Uses top/left/right/bottom for exact placement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39564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8E03F-5B89-3026-B753-49FE8D23B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1A691-8D66-6350-29C1-F1DF36970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44" y="154813"/>
            <a:ext cx="5836920" cy="74129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position: fixed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81EF73E-7779-C523-3E3C-CF17F59E7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107" y="1587696"/>
            <a:ext cx="6091261" cy="384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Stays fixed relative to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viewport (screen)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move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when the page scrolls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 from normal document flow (Space </a:t>
            </a:r>
            <a:r>
              <a:rPr kumimoji="0" lang="en-I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❌)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Ideal for navbars, floating buttons, chat icons</a:t>
            </a:r>
          </a:p>
        </p:txBody>
      </p:sp>
      <p:pic>
        <p:nvPicPr>
          <p:cNvPr id="7170" name="Picture 2" descr="“fixed">
            <a:extLst>
              <a:ext uri="{FF2B5EF4-FFF2-40B4-BE49-F238E27FC236}">
                <a16:creationId xmlns:a16="http://schemas.microsoft.com/office/drawing/2014/main" id="{60A29834-322A-B740-173C-786E76011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664" y="1449093"/>
            <a:ext cx="5085396" cy="3985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869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F192D-1155-644C-F28D-ACD735354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EA519-B943-65B0-EEF7-F2EAF4B68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44" y="154813"/>
            <a:ext cx="5836920" cy="74129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position: sticky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91DE478-F773-E50B-2688-F55E69A62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107" y="1587700"/>
            <a:ext cx="6091261" cy="384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Becomes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inside its scroll container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like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until a scroll threshold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top/bottom etc.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to stick.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999259-4DD4-F708-19C2-B80D581D4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4077" y="1515665"/>
            <a:ext cx="3333750" cy="33337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3884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EC914-E1FB-DFA4-5EE4-FD79559C8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8B17A-9D2B-5AD8-18E8-8DC1A1FB3345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z-index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437FFF-6C87-4DE7-7B53-6D46B128C5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8527" y="2129124"/>
            <a:ext cx="10334945" cy="2599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Controls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element appears on top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Overrides Higher number = comes above lower number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Works only on positioned elements (relative, absolute, fixed, sticky)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Helps fix overlap issues in UI</a:t>
            </a:r>
          </a:p>
        </p:txBody>
      </p:sp>
    </p:spTree>
    <p:extLst>
      <p:ext uri="{BB962C8B-B14F-4D97-AF65-F5344CB8AC3E}">
        <p14:creationId xmlns:p14="http://schemas.microsoft.com/office/powerpoint/2010/main" val="293231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2BB6750-CED3-A35B-53EC-BB15D19C42E6}"/>
              </a:ext>
            </a:extLst>
          </p:cNvPr>
          <p:cNvSpPr txBox="1"/>
          <p:nvPr/>
        </p:nvSpPr>
        <p:spPr>
          <a:xfrm>
            <a:off x="3035808" y="2767280"/>
            <a:ext cx="76901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617642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263</Words>
  <Application>Microsoft Office PowerPoint</Application>
  <PresentationFormat>Widescreen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CSS Positioning</vt:lpstr>
      <vt:lpstr>Index</vt:lpstr>
      <vt:lpstr>1. Introduction to CSS Positioning</vt:lpstr>
      <vt:lpstr>2. Positions</vt:lpstr>
      <vt:lpstr>2. position: static </vt:lpstr>
      <vt:lpstr>2. position: relative </vt:lpstr>
      <vt:lpstr>2. position: absolute </vt:lpstr>
      <vt:lpstr>2. position: fixed </vt:lpstr>
      <vt:lpstr>2. position: sticky </vt:lpstr>
      <vt:lpstr>3. z-index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Raviraj Shinde</dc:creator>
  <cp:lastModifiedBy>Raviraj Shinde</cp:lastModifiedBy>
  <cp:revision>3</cp:revision>
  <dcterms:created xsi:type="dcterms:W3CDTF">2025-12-03T06:30:03Z</dcterms:created>
  <dcterms:modified xsi:type="dcterms:W3CDTF">2025-12-03T11:22:27Z</dcterms:modified>
</cp:coreProperties>
</file>